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PROJECT · WORK REPORT</a:t>
            </a:r>
            <a:endParaRPr sz="1300" b="0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5544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智承太极</a:t>
            </a:r>
            <a:endParaRPr sz="48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3205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数字教学与交互展示系统</a:t>
            </a:r>
            <a:endParaRPr sz="20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8234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全国建模精英联赛参赛项目  ·  项目开发工作汇报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23496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汇报日期：2026年8月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69960" y="3688080"/>
            <a:ext cx="2404080" cy="41148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9960" y="3702550"/>
            <a:ext cx="2404080" cy="424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figma</a:t>
            </a:r>
            <a:r>
              <a:rPr lang="zh-CN" altLang="en-US"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部分</a:t>
            </a:r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由 DeepSeek Harness（DSH</a:t>
            </a:r>
            <a:r>
              <a:rPr lang="zh-CN"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 驱动开发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4343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TAIJI · DIGITAL · INTERACTION</a:t>
            </a:r>
            <a:endParaRPr sz="11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汇报框架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CONTENTS  ·  全程围绕 Figma 设计稿铺开与页面规范统一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2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3840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3840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298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133898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招式详情页面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162702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16 式 × 5 页 · 全量内容替换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63440" y="123840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23840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3298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133898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AI 训练系统页面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0" y="162702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校准 / 跟练 / 评分 / 记录 · 34 页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206136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06136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15280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216194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侧边栏导航统一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71600" y="244998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菜单结构 · 用户信息 · 激活高亮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663440" y="206136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206136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15280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0" y="216194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规范文档与数据整理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0" y="244998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UI 规范 · 考核标准 · 结构化数据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288432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88432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9757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71600" y="298490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文本显示问题修复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71600" y="327294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换行符字面字符 · 32 处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663440" y="288432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288432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29757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0" y="298490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遗留问题与处理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0" y="327294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AI 训练侧边栏显示异常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370728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370728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79872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71600" y="380786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Figma 工作成果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71600" y="40959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画布结构 · 页面规模 · 数据驱动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663440" y="370728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63440" y="370728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379872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0" y="380786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工具链与协作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0" y="40959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MCP 工具 · 直写 Figma · 子代理并行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48640" y="453024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453024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6216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71600" y="463082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当前进度总览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371600" y="491886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模块完成状态一览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663440" y="4530240"/>
            <a:ext cx="3931920" cy="68580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63440" y="4530240"/>
            <a:ext cx="41148" cy="6858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00600" y="46216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20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486400" y="4630824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后续计划</a:t>
            </a:r>
            <a:endParaRPr sz="1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486400" y="491886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P0 / P1 / P2 路线图</a:t>
            </a:r>
            <a:endParaRPr sz="10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招式详情页面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以「起势」为模板建立统一规范 · 16 式全量内容替换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3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覆盖范围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杨氏十六式全部招式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每式 5 个页面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起势为模板,其余 15 式逐一替换真实内容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替换内容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00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招式名称 / 面包屑 / 标题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动作要点（keyPoints）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常见错误（现象 + 纠正方法）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考核标准（权重 / 优秀 / 良好 / 及格）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杨氏太极招式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176272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76272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每式页面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03904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03904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3904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80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3904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招式详情页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31536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31536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31536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统一模板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59168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59168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59168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风格一致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AI 训练系统页面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覆盖训练全流程 · 摄像头校准 / 实时跟练 / 评分报告 / 训练记录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4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通用流程页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摄像头校准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训练记录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覆盖训练全流程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招式训练页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00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十六式各自的实时跟练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十六式各自的训练评分报告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对应招式的实时反馈与评分数据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通用流程页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176272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76272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招式训练页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03904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03904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3904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34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3904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AI 训练总页数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31536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31536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31536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招式覆盖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59168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59168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59168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流程类型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侧边栏导航统一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AI 训练系统各页面侧边栏整体规范 · 与招式详情页风格一致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5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菜单结构统一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完整导航层级与图标前缀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首页总览 → 数字教案库 → AI训练系统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战术模拟 → 数字校史馆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信息与状态统一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00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用户信息：金润山 · 23级太极拳一班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激活项高亮对齐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分组分隔线补齐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34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统一页面数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176272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76272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导航分组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03904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03904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3904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68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3904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分隔线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31536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31536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31536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轮调整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59168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59168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59168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统一规范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规范文档与数据整理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页面规范 · 考核标准 · 结构化数据 · 支撑后续全部页面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6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8046720" cy="73152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36576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44752"/>
            <a:ext cx="7690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规范文档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" y="1755648"/>
            <a:ext cx="76901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《智承太极_UI页面规范文档》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《杨氏十六式_常见错误与考核标准》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8046720" cy="73152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377440"/>
            <a:ext cx="41148" cy="36576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40864"/>
            <a:ext cx="7690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结构化数据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256" y="2651760"/>
            <a:ext cx="76901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《杨氏十六式_结构化数据》JSON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招式名称 / 简介 / 动作要点 / 常见错误 / 考核标准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108960"/>
            <a:ext cx="3931920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3931920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规范文档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3108960"/>
            <a:ext cx="3931920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3108960"/>
            <a:ext cx="3931920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2004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36576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招式数据完整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文本显示问题修复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考核标准页换行符字面字符问题 · 16 页 32 处全部修复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7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8046720" cy="73152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36576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44752"/>
            <a:ext cx="7690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问题描述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" y="1755648"/>
            <a:ext cx="76901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考核标准页中换行符显示为字面字符 \n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影响「考核须知」与「补考规则」两处文本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8046720" cy="73152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377440"/>
            <a:ext cx="41148" cy="36576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40864"/>
            <a:ext cx="7690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处理方式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256" y="2651760"/>
            <a:ext cx="76901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将字面 \n 替换为真正的换行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全部考核标准页统一处理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108960"/>
            <a:ext cx="3931920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3931920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处理页面数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3108960"/>
            <a:ext cx="3931920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3108960"/>
            <a:ext cx="3931920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2004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36576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文本节点数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遗留问题与处理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AI 训练页面侧边栏显示异常 · 定位中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8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遗留问题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AI 训练页面侧边栏显示异常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「实时跟练 / 评分报告 / 训练记录」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深色背景或字体未正常呈现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处理进展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00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已尝试多轮样式调整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尚未定位根本原因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下一步：读取 Figma 节点属性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8046720" cy="73152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29000"/>
            <a:ext cx="41148" cy="36576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392424"/>
            <a:ext cx="7690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排查计划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5256" y="3703320"/>
            <a:ext cx="76901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直接读取节点填充 / 文字 / 可见性 / 透明度属性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定位后统一修复并复核全部页面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3931920" cy="73152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3931920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BUG-1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遗留记录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63440" y="4114800"/>
            <a:ext cx="3931920" cy="73152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4114800"/>
            <a:ext cx="3931920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2062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待定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3440" y="46634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处理状态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Figma 工作成果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高保真设计稿批量铺开 · 数据驱动 · 风格统一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9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画布结构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Figma 文件：kJbQQa5AIqT41fiNON90QQ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Page「03-杨氏十六式（重点）」：招式详情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Page「04-AI训练系统」：训练全流程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3931920" cy="173736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481328"/>
            <a:ext cx="41148" cy="137160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1444752"/>
            <a:ext cx="3575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工作方式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0056" y="1755648"/>
            <a:ext cx="357530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模板化：起势模板 → 复制 → 替换数据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结构化数据 JSON 驱动（keyPoints / errors / assessment）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逐式替换真实内容，样式全程一致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114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Figma 新增页面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176272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76272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工作 Page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03904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03904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3904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03904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数据驱动招式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31536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31536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6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31536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内容维度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59168" y="3246120"/>
            <a:ext cx="1481328" cy="132588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59168" y="3246120"/>
            <a:ext cx="1481328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333756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68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59168" y="3794760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侧边栏分隔线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工具链与协作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MCP 直写 Figma · 子代理并行 · 数据驱动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10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8046720" cy="73152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81328"/>
            <a:ext cx="41148" cy="36576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444752"/>
            <a:ext cx="7690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Figma 写入工具链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" y="1755648"/>
            <a:ext cx="76901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figma-designer-mcp + AI Figma Designer 插件（ws://127.0.0.1:3055）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支持 44+ 写入工具，直接写入当前打开的 Figma 文件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2194560"/>
            <a:ext cx="8046720" cy="73152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377440"/>
            <a:ext cx="41148" cy="36576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40864"/>
            <a:ext cx="7690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读取与设计参考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256" y="2651760"/>
            <a:ext cx="76901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figma-developer-mcp：读取设计稿节点 / 布局 / 样式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本地高保真 HTML 页面作为设计参考（数字教案库_Figma导入版）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108960"/>
            <a:ext cx="8046720" cy="73152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1840"/>
            <a:ext cx="41148" cy="36576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255264"/>
            <a:ext cx="7690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协作方式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5256" y="3566160"/>
            <a:ext cx="769010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DSH（小鲸鱼）主控：任务编排 / 模板搭建 / 数据注入 / 质量检查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子代理并行：多招式同时替换内容，提升效率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逐式复核：检查残留旧文本，保证无串式</a:t>
            </a:r>
            <a:endParaRPr sz="11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4023360"/>
            <a:ext cx="3931920" cy="73152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3931920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44+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写入工具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63440" y="4023360"/>
            <a:ext cx="3931920" cy="73152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4023360"/>
            <a:ext cx="3931920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1148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3055</a:t>
            </a:r>
            <a:endParaRPr sz="2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3440" y="45720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桥接端口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当前进度总览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各模块完成状态一览 · 已完成 4 项 · 待推进 4 项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11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8046720" cy="32004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98448"/>
            <a:ext cx="41148" cy="32004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441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首页 Dashboard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13441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✅ 已完成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1664208"/>
            <a:ext cx="8046720" cy="32004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664208"/>
            <a:ext cx="41148" cy="32004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7099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数字教案库（课程列表 / 概览 / 招式总览）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17099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✅ 已完成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029968"/>
            <a:ext cx="8046720" cy="32004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029968"/>
            <a:ext cx="41148" cy="32004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0756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招式详情（16 式 × 5 页）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20756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✅ 已完成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2395728"/>
            <a:ext cx="8046720" cy="32004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395728"/>
            <a:ext cx="41148" cy="32004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4414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AI 训练系统（校准 / 跟练 / 评分 / 记录）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0" y="2441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✅ 已完成（侧边栏待处理）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2761488"/>
            <a:ext cx="8046720" cy="32004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761488"/>
            <a:ext cx="41148" cy="320040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8072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数字校史馆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0" y="28072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⬜ 待推进</a:t>
            </a:r>
            <a:endParaRPr sz="1200" b="1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3127248"/>
            <a:ext cx="8046720" cy="32004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127248"/>
            <a:ext cx="41148" cy="320040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729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战术模拟（推手对战）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0" y="31729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⬜ 待推进</a:t>
            </a:r>
            <a:endParaRPr sz="1200" b="1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48640" y="3493008"/>
            <a:ext cx="8046720" cy="32004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493008"/>
            <a:ext cx="41148" cy="320040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5387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评委演示路径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0" y="35387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⬜ 待推进</a:t>
            </a:r>
            <a:endParaRPr sz="1200" b="1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48640" y="3858768"/>
            <a:ext cx="8046720" cy="32004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3858768"/>
            <a:ext cx="41148" cy="320040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904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页面原型连线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00800" y="39044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⬜ 待推进</a:t>
            </a:r>
            <a:endParaRPr sz="1200" b="1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0896"/>
            <a:ext cx="868680" cy="402336"/>
          </a:xfrm>
          <a:prstGeom prst="roundRect">
            <a:avLst>
              <a:gd name="adj" fmla="val 1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70332"/>
            <a:ext cx="86868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2121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600" b="1">
              <a:solidFill>
                <a:srgbClr val="1212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后续计划</a:t>
            </a:r>
            <a:endParaRPr sz="26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待办事项与路线图 · P0 / P1 / P2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8046720" cy="20116"/>
          </a:xfrm>
          <a:prstGeom prst="rect">
            <a:avLst/>
          </a:prstGeom>
          <a:solidFill>
            <a:srgbClr val="33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80974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12 / 13</a:t>
            </a:r>
            <a:endParaRPr sz="12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298448"/>
            <a:ext cx="3931920" cy="228600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98448"/>
            <a:ext cx="3931920" cy="45720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P0</a:t>
            </a:r>
            <a:endParaRPr sz="1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修复 AI 训练侧边栏显示问题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数字校史馆页面设计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战术模拟（推手对战）页面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3931920" cy="2286000"/>
          </a:xfrm>
          <a:prstGeom prst="roundRect">
            <a:avLst>
              <a:gd name="adj" fmla="val 18000"/>
            </a:avLst>
          </a:prstGeom>
          <a:solidFill>
            <a:srgbClr val="16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298448"/>
            <a:ext cx="393192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371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P1</a:t>
            </a:r>
            <a:endParaRPr sz="18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182880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评委演示路径设计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页面间原型连线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●  招式数据细节复核</a:t>
            </a:r>
            <a:endParaRPr sz="12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857760"/>
            <a:ext cx="8046720" cy="73152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P2</a:t>
            </a:r>
            <a:endParaRPr sz="14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398606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●  与 Web 应用视觉同步  ·  3D 素材接入  ·  演示链路完善</a:t>
            </a:r>
            <a:endParaRPr sz="11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感谢观看</a:t>
            </a:r>
            <a:endParaRPr sz="4400" b="1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4231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8E8EC"/>
                </a:solidFill>
                <a:latin typeface="微软雅黑" panose="020B0503020204020204" charset="-122"/>
                <a:ea typeface="微软雅黑" panose="020B0503020204020204" charset="-122"/>
              </a:rPr>
              <a:t>智承太极 · 数字教学与交互展示系统</a:t>
            </a:r>
            <a:endParaRPr sz="1600" b="0">
              <a:solidFill>
                <a:srgbClr val="E8E8E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83464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全国建模精英联赛参赛项目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15468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A9AA3"/>
                </a:solidFill>
                <a:latin typeface="微软雅黑" panose="020B0503020204020204" charset="-122"/>
                <a:ea typeface="微软雅黑" panose="020B0503020204020204" charset="-122"/>
              </a:rPr>
              <a:t>汇报人：金润山  ·  2026年8月</a:t>
            </a:r>
            <a:endParaRPr sz="1200" b="0">
              <a:solidFill>
                <a:srgbClr val="9A9AA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69960" y="3474720"/>
            <a:ext cx="2404080" cy="411480"/>
          </a:xfrm>
          <a:prstGeom prst="roundRect">
            <a:avLst>
              <a:gd name="adj" fmla="val 18000"/>
            </a:avLst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9960" y="3489190"/>
            <a:ext cx="2404080" cy="424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C4A35A"/>
                </a:solidFill>
                <a:latin typeface="微软雅黑" panose="020B0503020204020204" charset="-122"/>
                <a:ea typeface="微软雅黑" panose="020B0503020204020204" charset="-122"/>
              </a:rPr>
              <a:t>由 DeepSeek Harness（DSH） 驱动开发</a:t>
            </a:r>
            <a:endParaRPr sz="1200" b="1">
              <a:solidFill>
                <a:srgbClr val="C4A3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43434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55F"/>
                </a:solidFill>
                <a:latin typeface="微软雅黑" panose="020B0503020204020204" charset="-122"/>
                <a:ea typeface="微软雅黑" panose="020B0503020204020204" charset="-122"/>
              </a:rPr>
              <a:t>TAIJI · DIGITAL · INTERACTION</a:t>
            </a:r>
            <a:endParaRPr sz="1100" b="0">
              <a:solidFill>
                <a:srgbClr val="5555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2439</Words>
  <Application>WPS 演示</Application>
  <PresentationFormat>On-screen Show (4:3)</PresentationFormat>
  <Paragraphs>436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金润山</cp:lastModifiedBy>
  <cp:revision>2</cp:revision>
  <dcterms:created xsi:type="dcterms:W3CDTF">2013-01-27T09:14:00Z</dcterms:created>
  <dcterms:modified xsi:type="dcterms:W3CDTF">2026-08-20T12:25:50Z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13228A4B8A0340349BC8E2B4B26317BD_12</vt:lpwstr>
  </property>
  <property fmtid="{D5CDD505-2E9C-101B-9397-08002B2CF9AE}" pid="3" name="KSOProductBuildVer">
    <vt:lpwstr>2052-12.1.0.23542</vt:lpwstr>
  </property>
</Properties>
</file>